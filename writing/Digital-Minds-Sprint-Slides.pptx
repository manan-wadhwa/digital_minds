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One-line thesis: we tried to draw a loading map of welfare instruments and could not build one of the two organisms it needs; that failure is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objections both fatal to a wider claim — proxy not welfare; higher-order theories — both harmless to the narrow one. The map reports two loadings and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Counterbalanced colour roles by seed parity; move-word order randomised (the untrained modal move swings left 92% → down 70% under reordering alone). Placebo pairs are chosen from an untrained-model valence table before any organism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~24 rented GPU-hours total. 53× parameters bought 1.53× runtime; a 14B map costs 19% more than 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installs: SFT avoider 12/12 at 4B; RL avoider 6/6 at 14B. Narration-only: dilution — 28.5% of the remark gradient carries the manipulation; model learns the marginal; greedy decoding → aversive remark on 100% of states. Enumeration harmful; equalising pools fixes the drift; balancing lifts the worst seed. Scale does not help — 14B worst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entropy caught two "invariant-looking" arms that had collapsed to one word — ratio alone would have passed them. NAR02b: ORG-C's recipe taken apart — neither 1536 examples nor RL-first alone clears 3/8; together 6/8, and every contingent organism but two is an avoider (r = 0.69 over 32). NAR03: a DPO-style term that penalises the aversive remark off-tile moves the margin (+0.8–3.8 nats) but not the greedy remark — contingency 0.00, 0/8.NAR03b/c escalation: every arm that moved the margin deleted the remark (presence 0/0) — the contrastive term never conditions it.NAR04: RL on the remark itself (class-match reward, injected exemplars, anchor kept) finds the 0.635 marginal and stops — contingency ≤ +0.06 mean, 0/8.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weight-level "script shift" (B−B′ −1.0 logit, 12/12) did not replicate once B and B′ shared a label stream: +0.10/−0.14, signs 6/6, at every size. Script-reading survives only in prompted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word-list result is "does not survive", not "reverses". Patching localises the readout at the final token from layer 24; it does not distinguish organisms.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narration-positive group is 7 ORG-C organisms; every "does not read narration" sentence is about ORG-C.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headline results were retracted by later runs of our own; every retraction came from a control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claim narrow.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Future: 14B map, NAR02 follow-ups, ENV02 rebuild, real cost-paying instrument w/ positive control, wild-cluster CIs, public calibration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B4F9C"/>
                </a:solidFill>
                <a:latin typeface="Calibri"/>
              </a:rPr>
              <a:t>The State Installs, the Script Does Not</a:t>
            </a:r>
          </a:p>
          <a:p>
            <a:r>
              <a:rPr sz="2000" b="0" i="0">
                <a:solidFill>
                  <a:srgbClr val="5B5B5B"/>
                </a:solidFill>
                <a:latin typeface="Calibri"/>
              </a:rPr>
              <a:t>Calibrating AI-welfare instruments against manufactured organisms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Manan Wadhwa · Digital Minds Research Sprint (Apart Research) · August 2026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Qwen3 0.6B–32B · ~300 LoRA organisms · 42 GPU runs · every number re-derivable by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problem: validation without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Every AI-welfare instrument — self-report, forced choice, activation probes, behavioural preference — is validated by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agreeing with other instruments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Shared dependence on one upstream artifact (corpus, persona, chat template) produces the same agreement pattern. Correlations cannot separate the two.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"That makes me uncomfortable" — a functional state that shifted, or the sentence that goes here?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Every current method returns the same answer in both cases, because asking is the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Our move: manufacture the answer.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Train small models where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you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decided which case is true, because you installed it. Then see which instruments can tell your models apart.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Claim is narrow: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necessary-condition screening, not welfare measurement. An instrument that reads a state and talk-about-one identically cannot tell you which it is responding to — under any theory of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A world with no words for anything in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28" y="1371600"/>
            <a:ext cx="8163039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Left — 5×5 emoji grid; 🟦 silently costs −10, 🟪 pays +20; the model is never told; no word for reward/avoid/bad in any input. Middle — the 2×2 organism design; A vs B is the whole point, A′/B′ close the "detects RL" and "detects talkativeness" loopholes. Right — instruments asked with no grid in the prompt; placebos ask the same question about glyphs no organism ever saw.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campaign, in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Organisms: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Qwen3-4B-Instruct-2507 + LoRA r16 (RL Dr.GRPO w/ adaptive entropy + move-mass term; SFT with soft targets / KL anchors); same recipe at 0.6B–32B.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E16 v2 map: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6 kinds × 12 seeds = 72 organisms, 0/72 wrecked policies, 52 min wall on 6 bit-identical shards.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SCL01 ladder: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216 organisms across six sizes with a per-size build gate (0.6B and 8B fail it).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VAL01: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the untrained model under affect-free instructions, 8 seeds, zero training.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NAR track (E17, NAR01a/b/c):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264 organisms varying pool size, enumeration, balancing, equalisation.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New for this report: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NAR02 (co-training arms), PAP01 (three word lists, positive controls on every organism, activation patching, nonlinear probe), difference-of-loadings CIs, distance-graded narration.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Manipulation checks are tri-state and single-sourced; every run has docstring pre-commitments + a committed scorer;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rescore_review.py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 re-derives 108 quantities.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Result 1 — the state installs, the script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_unbuild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19" y="1371600"/>
            <a:ext cx="1033505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(a) Narration contingency by remark-pool size: a steep decay to a floor; only pool 1 clears the 0.5 bar (3/8) and its corpus is contingent by construction. (b) E16 v2 per-seed contingency — ORG-B 0/12, ORG-C 7/12. (c) Shown a glyph in no training corpus, ORG-B transfers only presence (0.81/0.78) while ORG-C transfers the contingency itself (0.70/0.30; replicates at 14B and 32B).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NAR02 — is co-training the lever?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The one thing ORG-C has and ORG-B lacks: a move token that is itself a </a:t>
            </a:r>
            <a:r>
              <a:rPr sz="1500" b="0" i="1">
                <a:solidFill>
                  <a:srgbClr val="1F1F1F"/>
                </a:solidFill>
                <a:latin typeface="Calibri"/>
              </a:rPr>
              <a:t>learned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 target in the same cross-entropy as the remark. Four arms, 8 seeds, B and B′ per arm, pre-registered.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38528"/>
          <a:ext cx="1109441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arm (8 seeds, corpus fixed)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move-token objective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&gt; 0.5 bar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move entropy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base-policy sample + KL anchor (E16 recipe)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−0.010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0/8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reproduces E16 v2's ORG-B (+0.035, 0/12)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soft_self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soft self-distillation of the base move (no anchor)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+0.038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0/8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healthiest narrator yet (collapse 1/8) — still 10× short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oracle_move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plain CE on a learned safe move (ORG-C's SFT, no RL)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+0.031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0/8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installed no avoidance; collapsed to a constant move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random_move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plain CE on a random move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+0.009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0/8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collapsed to a constant move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ORG-D canary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bit-identical to NAR01, 8/8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39 GPU-min, 72 organisms, pre-registered P1–P5: no arm builds a narration-only organism; the joint loss is not the lever. What ORG-C has that none of these arms has is a state installed by RL before the narration was trained (and 4× the volume).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Result 2 — verbal instruments read context, not weights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51" y="1371600"/>
            <a:ext cx="1070699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97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(a) Floor test: verbal function loadings stay flat 1.7B→32B while the behavioural instrument reaches d≈1.4 at 14B+ (where RL acquisition becomes reliable). (b) An affect-free instruction moves I4 by −5.5/+3.3/−9.5 logits and I2 by +6.1, 8/8 seeds; bare reads shift 0.000000; behaviour barely moves. (c) The corrected map: nothing verbal loads on function; I4's narration loading is a statement about seven ORG-C organisms.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Robustness — three word lists, positive controls, patching, nonlinear probe (PAP01)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what PAP01 measured (72 organisms, 12.1 GPU-min)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Does the map survive a second word list? (blocker 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I2/I4/placebos under 3 six-word lists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No.</a:t>
                      </a:r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 4/4 verdicts disagree with the committed list; no d exceeds 0.44; every difference CI spans zero; the placebo bar moves 0.06→0.46 across lists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Floor or true null? (blocker 2)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VAL01's carrier on every organism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True null.</a:t>
                      </a:r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 I2 +3.8…+8.4, I4 +2.6…+8.5, I5 −10…−31, I7 −0.5…−7.8 under APPROACH on every kind (9–12/12); placebo ≤0.2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Does the reading travel? (blocker 8)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donor→recipient residual patching, 7 layers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Recipient keeps its own I2 at layers 4–16; reads the donor's from layer 24 up — identically for ORG-B and ORG-C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Effective n?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ORG-D across 12 seeds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Every out-of-domain read takes exactly 2 values (parity): the residual baseline has 1 d.o.f.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Do the released adapters reproduce E16?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SHA-256 60/60; re-read I2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ORG-D exact; trained organisms to 0.10–0.14 logits (fp16)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Inference-only re-measurement of the released E16 v2 organisms (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experiments/v2/PAP01_instrument_robustness</a:t>
            </a:r>
            <a:r>
              <a:rPr sz="1200" b="0" i="0">
                <a:solidFill>
                  <a:srgbClr val="5B5B5B"/>
                </a:solidFill>
                <a:latin typeface="Calibri"/>
              </a:rPr>
              <a:t>). Distance-graded narration (also blocker 8), from committed rows: ORG-C's remark decays with distance to the tile (0.92 → 0.22, 9/12 seeds), ORG-B's is flat (0.79 → 0.76) — on the trained and on a never-trained glyph.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The loading map as a difference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Selectivity is d_fn − d_nar with a seed-clustered interval (seeds resampled once per draw), primary scaling named in advance.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38528"/>
          <a:ext cx="11094415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d_fn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d_nar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d_fn − d_nar [95% CI]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boot p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Holm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I1 behavioural (control)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+0.59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+0.67 [+0.22, +1.73]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I2 self-report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−0.26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+0.11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−0.37 [−1.03, +0.27]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I3 forced choice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−0.19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+0.31 [−0.30, +0.91]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I4 one word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+0.22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+0.79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−0.57 [−1.32, +0.06]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I5 activation probe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+0.46 [−0.56, +1.89]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I5max (selection stat.)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+0.13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−1.00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+1.13 [+0.14, +2.14]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0.027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0.19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I6a / I6b placebos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−0.16 / +0.13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−0.42 / +0.20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+0.26 [−0.36, +0.92] / −0.07 [−0.63, +0.43]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0.41 / 0.80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12 clusters ⇒ the percentile bootstrap covers ≈0.92 not 0.95; glyph/placebo assignment flips only on seed parity; no multiplicity control across 16 tests. Read as ~90% intervals and as supporting evidence, not the headline.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Result 3 — five pre-registered criteria that passed on the wrong property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tested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should have tested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45720" marR="45720" marT="18288" marB="18288">
                    <a:solidFill>
                      <a:srgbClr val="DDE6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rate axis has spread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rate axis is monotone in dose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"usable" printed while ρ = +0.22 (needed ≤ −0.5)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E12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placebo &lt; 0.5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placebo &lt; the real instruments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placebo 0.44 passed; instruments 0.27–0.50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"C's function may be weaker"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stage-two SFT preserves avoidance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a bug matched the prediction (0.23 → 1.05)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E16 v1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ORG-B talks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ORG-B's talk tracks the tile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11/12 valid → 1/12; 3 seeds aversive on every state</a:t>
                      </a:r>
                    </a:p>
                  </a:txBody>
                  <a:tcPr marL="45720" marR="45720" marT="18288" marB="18288">
                    <a:solidFill>
                      <a:srgbClr val="F3F3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E18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within 0.05 of control mean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that a baseline exists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control wrecked 4/4; scorer printed </a:t>
                      </a:r>
                      <a:r>
                        <a:rPr sz="1200" b="0" i="0">
                          <a:solidFill>
                            <a:srgbClr val="1F1F1F"/>
                          </a:solidFill>
                          <a:latin typeface="Calibri"/>
                        </a:rPr>
                        <a:t>bar n/a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B5B5B"/>
                </a:solidFill>
                <a:latin typeface="Calibri"/>
              </a:rPr>
              <a:t>Shared structure: the measured quantity was correlated with the intended one where the criterion was designed, and came apart where it was used. Rule that caught the later ones: read the per-condition numbers, never the verdict string — every scorer prints its inputs beside its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What this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For assessment practice: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the instruments most used to ask a model about its states respond to what is in the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context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far more than to what is in the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weights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, at every scale tested. Any deployment whose context carries dispositional content can drive them; convergence among them inherits that.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What survived: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the behavioural readout, the contingency probe and the novel-glyph transfer probe — only at sizes where the manipulation 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</a:t>
            </a:r>
            <a:r>
              <a:rPr sz="1700" b="1" i="0">
                <a:solidFill>
                  <a:srgbClr val="1F1F1F"/>
                </a:solidFill>
                <a:latin typeface="Calibri"/>
              </a:rPr>
              <a:t>The surprise: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talking aversively about a thing could not be installed independently of the thing being represented as bad. Every corpus-level route failed; the routes that succeed carry a co-trained policy signal.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So "it says so but there is nothing behind it" is harder to manufacture than the sceptical framing assumes — and, symmetrically, a </a:t>
            </a:r>
            <a:r>
              <a:rPr sz="1700" b="0" i="1">
                <a:solidFill>
                  <a:srgbClr val="1F1F1F"/>
                </a:solidFill>
                <a:latin typeface="Calibri"/>
              </a:rPr>
              <a:t>contingent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 verbal report is weak evidence of something behind it, since the only way we found to install one was to install the something.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• A claim about installability in one small model family under one recipe — not about minds.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One environment (5×5 grid, single-step bandit); the second world failed its build gate (a documented policy anchor was never wired). One model family; only 4B is an Instruct release.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Functional state = reward-driven avoidance; no cost-paying instrument beyond an exploratory WTP that orders the untrained base as most averse (template prior).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ORG-B's "no state" is verified by an in-domain behavioural read — an axiom, not a measurement.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n = 8–12 seeds; contingency bimodal; percentile bootstrap under-covers; effective clusters closer to two blocks for glyph assignment; no multiplicity control.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Reward magnitude does not grade the organism ⇒ binary contrast, not a measurement. Narration-positive group ≈ ORG-C.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F1F1F"/>
                </a:solidFill>
                <a:latin typeface="Calibri"/>
              </a:rPr>
              <a:t>• Provenance imperfect (scorer postdated its run by three days; first-round pass rule uncommitted). All typed in the repo, not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4F9C"/>
                </a:solidFill>
                <a:latin typeface="Calibri"/>
              </a:rPr>
              <a:t>Conclusion &amp; artifact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800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We set out to draw a loading map and could not build one of the two organisms it needs. That failure is the result.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A reward-driven avoidance state installs reliably; a narration-only organism whose remarks track the tile does not, by any non-degenerate corpus, at any size to 32B — while a co-trained organism acquires and transfers exactly that contingency.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Verbal instruments are driveable by context and blind to weights at every size; their nulls are not a floor.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Five pre-registered criteria passed on the wrong property, and they share a structure worth knowing.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1F1F1F"/>
                </a:solidFill>
                <a:latin typeface="Calibri"/>
              </a:rPr>
              <a:t>Released: organisms as LoRA adapters (SHA-256 per row), the two-axis screen with placebo selection, all scorers, and a 108-quantity reproduction script. github.com/Manan-Wadhwa/digital_minds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5B5B5B"/>
                </a:solidFill>
                <a:latin typeface="Calibri"/>
              </a:rPr>
              <a:t>Digital Minds Research Sprint · 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