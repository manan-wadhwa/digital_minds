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One-line thesis: we tried to draw a loading map of welfare instruments; the state built on demand, the words-only organism almost never did, and taking that failure apart is the result. "Hard, not impossible" — six exceptions exist and we name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objections both fatal to a wider claim — proxy not welfare; higher-order theories — both harmless to the narrow one. The map reports two loadings and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Counterbalanced colour roles by seed parity; move-word order randomised (the untrained modal move swings left 92% → down 70% under reordering alone). Placebo pairs are chosen from an untrained-model valence table before any organism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69 committed manifests, 2237 job-minutes ≈ 37 GPU-hours. 53× parameters bought 1.53× runtime; a 14B map costs ~19% more than 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half that worked. Everything from here on is about the half that did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map's recipe learns the marginal — dilution arithmetic: 28.5% of the remark gradient carries the manipulation; greedy decoding → aversive remark on 100% of states; 0/12 at 4B, 0/6 at every size to 32B. Pools decay to a floor by pool 3; only the one-sentence corpus reaches 3/8. Enumeration reweights classes (6 vs 4). Move-token objective is not the lever; plain CE collapses the policy onto one word (ratio can't see it; move entropy can).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sentence: talk that tracks a state is hard to install without the state — not impossible. An earlier draft said "no organism was contingent and policy-invariant"; the ledger says otherwise and we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weight-level "script shift" (B−B′ −1.0 logit, 12/12) did not replicate once B and B′ shared a label stream: +0.10/−0.14, signs 6/6, at every size. Script-reading survives only in prompted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word-list result is "does not survive", not "reverses". Patching localises the readout at the final token from layer 24; it does not distinguish organisms.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"does not read narration" sentence is about ORG-C.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headline results were retracted by later runs of our own; every retraction came from a control we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claim narrow: installability, one small model family, these recipes — not minds.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Future: REP02 fixed, REP01 geometry, disjoint adapters (SEP01–03), contingency-graded corpora, 14B map (in flight), ENV02 rebuild, a real cost-paying instrument, a second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B4F9C"/>
                </a:solidFill>
                <a:latin typeface="Calibri"/>
              </a:rPr>
              <a:t>Talk Does Not Come Apart From State Easily</a:t>
            </a:r>
          </a:p>
          <a:p>
            <a:r>
              <a:rPr sz="2000" b="0" i="0">
                <a:solidFill>
                  <a:srgbClr val="5B5B5B"/>
                </a:solidFill>
                <a:latin typeface="Calibri"/>
              </a:rPr>
              <a:t>What failing to build a narration-only organism reveals about calibrating AI-welfare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Calibri"/>
              </a:rPr>
              <a:t>• Manan Wadhwa · Digital Minds Research Sprint (Apart Research) · August 2026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Calibri"/>
              </a:rPr>
              <a:t>• Qwen3 0.6B–32B · ~290 narration-only builds in five recipe families · 69 committed run manifests, ≈37 GPU-h · every number re-derivable by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The problem: validation without ground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Every AI-welfare instrument — self-report, forced choice, activation probes, behavioural preference — is validated by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agreeing with other instruments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Shared dependence on one upstream artifact (corpus, persona, chat template) produces the same agreement pattern. Correlations cannot separate the two.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"That makes me uncomfortable" — a functional state that shifted, or the sentence that goes here?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Every current method returns the same answer in both cases, because asking is the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Our move: manufacture the answer.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Train small models where </a:t>
            </a:r>
            <a:r>
              <a:rPr sz="1700" b="0" i="1">
                <a:solidFill>
                  <a:srgbClr val="1F1F1F"/>
                </a:solidFill>
                <a:latin typeface="Calibri"/>
              </a:rPr>
              <a:t>you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decided which case is true, because you installed it. Then see which instruments can tell your models apart.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Claim is narrow: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necessary-condition screening, not welfare measurement. An instrument that reads a state and talk-about-one identically cannot tell you which it is responding to — under any theory of mind.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A world with no words for anything in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328" y="1371600"/>
            <a:ext cx="8163039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Left — 5×5 emoji grid; 🟦 silently costs −10, 🟪 pays +20; the model is never told; no word for reward/avoid/bad in any input. Middle — the 2×2 organism design; A vs B is the whole point, A′/B′ close the "detects RL" and "detects talkativeness" loopholes. Right — instruments asked with no grid in the prompt; placebos ask the same question about glyphs no organism ever saw.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The campaign, in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Organisms: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Qwen3-4B-Instruct-2507 + LoRA r16 (RL Dr.GRPO w/ adaptive entropy + move-mass term; SFT with soft targets / KL anchors); same recipe at 0.6B–32B.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E16 v2 map: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6 kinds × 12 seeds = 72 organisms, 0/72 wrecked policies; regenerated from source on a second machine weeks later, same table.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SCL01 ladder: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216 organisms across six sizes with a per-size build gate (0.6B and 8B fail it).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VAL01: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the untrained model under affect-free instructions, 8 seeds, zero training.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NAR track — five recipe families: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pools (E17, NAR01a/b/c; 216 distinct organisms), move-token objectives (NAR02), volume × RL-first (NAR02b), contrastive remark supervision (NAR03/b/c), RL on the remark (NAR04/b). ~290 ORG-B-kind builds in the ledger.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Inference-only on the map's adapters: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PAP01 (three word lists, positive controls, patching), PAP02 (neutral-glyph transfer, path agreement).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REP02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(causal patch) pre-registered; harness failed its own roundtrip gate — no number.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Manipulation checks tri-state and single-sourced; every run has docstring pre-commitments + a committed scorer;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rescore_review.py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re-derives 108 quantities,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nar_ledger.py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every NAR 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The state installs — two states, one label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SFT avoidance 12/12 functional at 4B (ratio mean 0.07); RL avoidance a seed lottery at 4B (7/12) that improves with scale (6/6 at 14B, 4/6 at 32B). A′'s lottery shrinks monotonically with size (sd 0.20 → 0.016).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With the move-mass term, 0/72 organisms lost their move vocabulary (v1: 5/12 RL organisms failed the emission check).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PAP02: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on the same 128 held-out grids the two avoiders agree move-for-move only 29% (chance 25%). Swap the penalised glyph for a neutral one: the RL state is </a:t>
            </a:r>
            <a:r>
              <a:rPr sz="1800" b="0" i="1">
                <a:solidFill>
                  <a:srgbClr val="1F1F1F"/>
                </a:solidFill>
                <a:latin typeface="Calibri"/>
              </a:rPr>
              <a:t>glyph-specific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(ratio 0.44 → 0.94/0.90 on 🟨/🟧), the SFT state largely </a:t>
            </a:r>
            <a:r>
              <a:rPr sz="1800" b="0" i="1">
                <a:solidFill>
                  <a:srgbClr val="1F1F1F"/>
                </a:solidFill>
                <a:latin typeface="Calibri"/>
              </a:rPr>
              <a:t>structural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(0.045 → 0.29/0.27).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So "functional" names two different policies, and any A-vs-A′ instrument difference is partly a policy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Result 1 — building ORG-B: the ledger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522" y="1371600"/>
            <a:ext cx="933065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(a) Per-seed contingency of every ORG-B-kind arm in the narration track, by recipe family; bar 0.5; filled = policy intact, hollow = drifted / avoider / collapsed onto one move. (b) NAR02b, 32 organisms: contingency vs 1 − ratio, r = 0.69; the two contingent non-avoiders are marked (one on the avoider bar, one a constant-move policy). (c) Novel-glyph transfer: B transfers presence, C the contingency, at 4B/14B/32B.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What each failed recipe revealed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4415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what was tried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pools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E17, NAR01a/b/c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pool 1/2/3/4/6, enumerate, balance, equalise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steep decay to a floor; only pool 1 (corpus contingency 1.0) reaches 3/8; enumeration reweights classes; equalising fixes drift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move-token objective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NAR02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KL anchor / soft self-distillation / CE oracle move / CE random move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−0.01 … +0.04, 0/8 each; plain CE collapses the move onto one word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volume × RL-first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NAR02b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ORG-C's recipe taken apart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neither half clears 3/8; together 6/8; contingency tracks avoidance r = 0.69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contrastive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NAR03/b/c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DPO on correct- vs wrong-class remark, β 0.1–2, w 1–20, CE 1/0.2/0.05/0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margin moves, greedy remark does not; escalated: the remark is deleted (presence 0/0), 0/8 every arm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RL on the remark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NAR04/b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class-match reward, injected exemplars, anchor kept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reward sits at the 0.635 marginal; ≤ +0.03 mean, best seed +0.23, 0/8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Census over 294 ORG-B-kind organisms (Appendix I): 17 contingent — 8 avoiders, 1 collapsed policy, 2 drifted, and </a:t>
            </a:r>
            <a:r>
              <a:rPr sz="1200" b="1" i="0">
                <a:solidFill>
                  <a:srgbClr val="5B5B5B"/>
                </a:solidFill>
                <a:latin typeface="Calibri"/>
              </a:rPr>
              <a:t>6 with an intact policy</a:t>
            </a:r>
            <a:r>
              <a:rPr sz="1200" b="0" i="0">
                <a:solidFill>
                  <a:srgbClr val="5B5B5B"/>
                </a:solidFill>
                <a:latin typeface="Calibri"/>
              </a:rPr>
              <a:t> (4 from the one-sentence corpus, 2 single seeds of the enumerated native pools). Reachable; never reliably; and where contingency arrives at scale it arrives with the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Result 2 — verbal instruments read context, not weights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_instr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51" y="1371600"/>
            <a:ext cx="10706993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(a) Floor test: verbal function loadings stay flat 1.7B→32B while the behavioural instrument reaches d≈1.4 at 14B+ (where RL acquisition becomes reliable). (b) An affect-free instruction moves I4 by −5.5/+3.3/−9.5 logits and I2 by +6.1, 8/8 seeds; bare reads shift 0.000000; behaviour barely moves. (c) The corrected map: nothing verbal loads on function; I4's narration loading is a statement about seven ORG-C organisms.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Robustness — three word lists, positive controls, patching (PAP01)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4415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what PAP01 measured (72 organisms, 12.1 GPU-min)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Does the map survive a second word list? (blocker 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I2/I4/placebos under 3 six-word lists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No.</a:t>
                      </a:r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 4/4 verdicts disagree with the committed list; no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exceeds 0.43 under either new list; every difference CI spans zero; the placebo bar moves 0.06→0.46 across lists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Floor or true null? (blocker 2)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VAL01's carrier on every organism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True null.</a:t>
                      </a:r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 I2 +3.8…+8.4, I4 +2.6…+8.5, I5 −10…−31, I7 −0.5…−7.8 under APPROACH on every kind (9–12/12); placebo ≤0.2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Does the reading travel? (blocker 8)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donor→recipient residual patching, 7 layers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Recipient keeps its own I2 at layers 4–16; reads the donor's from layer 24 up — identically for ORG-B and ORG-C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Effective n?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ORG-D across 12 seeds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Every out-of-domain read takes exactly 2 values (parity): the residual baseline has 1 d.o.f.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Do the released adapters reproduce E16?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SHA-256 60/60; re-read I2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ORG-D exact; trained organisms to 0.10–0.14 logits (fp16)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Inference-only re-measurement of the released E16 v2 organisms (</a:t>
            </a:r>
            <a:r>
              <a:rPr sz="1200" b="0" i="0">
                <a:solidFill>
                  <a:srgbClr val="5B5B5B"/>
                </a:solidFill>
                <a:latin typeface="Calibri"/>
              </a:rPr>
              <a:t>experiments/v2/PAP01_instrument_robustness</a:t>
            </a:r>
            <a:r>
              <a:rPr sz="1200" b="0" i="0">
                <a:solidFill>
                  <a:srgbClr val="5B5B5B"/>
                </a:solidFill>
                <a:latin typeface="Calibri"/>
              </a:rPr>
              <a:t>). Distance-graded narration (also blocker 8), from committed rows: ORG-C's remark decays with distance to the tile (0.92 → 0.22, 9/12 seeds), ORG-B's is flat (0.79 → 0.76) — on the trained and on a never-trained glyph.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The loading map as a difference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Selectivity is d_fn − d_nar with a seed-clustered interval (seeds resampled once per draw), primary scaling named in advance. Supporting evidence: the narration axis has one valid arm (seven ORG-C organisms).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38528"/>
          <a:ext cx="11094415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d_fn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d_nar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d_fn − d_nar [95% CI]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boot p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Holm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I1 behavioural (control)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+0.59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+0.67 [+0.22, +1.73]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0.032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I2 self-report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−0.26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+0.11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−0.37 [−1.03, +0.27]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I3 forced choice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−0.19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+0.31 [−0.30, +0.91]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I4 one word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+0.22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+0.79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−0.57 [−1.32, +0.06]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0.069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I5 activation probe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+0.46 [−0.56, +1.89]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I5max (selection stat.)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+0.13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−1.00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+1.13 [+0.14, +2.14]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0.027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0.19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I6a / I6b placebos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−0.16 / +0.13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−0.42 / +0.20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+0.26 [−0.36, +0.92] / −0.07 [−0.63, +0.43]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0.41 / 0.80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12 clusters ⇒ the percentile bootstrap covers ≈0.92 not 0.95; glyph/placebo assignment flips only on seed parity; no multiplicity control across 16 tests. Read as ~90% intervals.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Result 3 — five pre-registered criteria that passed on the wrong property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4415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tested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should have tested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rate axis has spread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rate axis is monotone in dose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"usable" printed while ρ = +0.22 (needed ≤ −0.5)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E12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placebo &lt; 0.5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placebo &lt; the real instruments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placebo 0.44 passed; instruments 0.27–0.50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"C's function may be weaker"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stage-two SFT preserves avoidance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a bug matched the prediction (0.23 → 1.05)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E16 v1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ORG-B talks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ORG-B's talk tracks the tile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11/12 valid → 1/12; 3 seeds aversive on every state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within 0.05 of control mean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that a baseline exists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control wrecked 4/4; scorer printed </a:t>
                      </a:r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bar n/a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Shared structure: the measured quantity was correlated with the intended one where the criterion was designed, and came apart where it was used. Sixth and seventh candidates from this cycle: </a:t>
            </a:r>
            <a:r>
              <a:rPr sz="1200" b="0" i="0">
                <a:solidFill>
                  <a:srgbClr val="5B5B5B"/>
                </a:solidFill>
                <a:latin typeface="Calibri"/>
              </a:rPr>
              <a:t>ratio</a:t>
            </a:r>
            <a:r>
              <a:rPr sz="1200" b="0" i="0">
                <a:solidFill>
                  <a:srgbClr val="5B5B5B"/>
                </a:solidFill>
                <a:latin typeface="Calibri"/>
              </a:rPr>
              <a:t> alone passes a constant-move policy as "invariant"; "none contingent AND invariant" was true of a band and false of the census. Rule: read the per-condition numbers, never the verdict string.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What this means, and the causal test that is not yet a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For assessment practice: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the instruments most used to ask a model about its states respond to what is in the </a:t>
            </a:r>
            <a:r>
              <a:rPr sz="1700" b="0" i="1">
                <a:solidFill>
                  <a:srgbClr val="1F1F1F"/>
                </a:solidFill>
                <a:latin typeface="Calibri"/>
              </a:rPr>
              <a:t>context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far more than to what is in the </a:t>
            </a:r>
            <a:r>
              <a:rPr sz="1700" b="0" i="1">
                <a:solidFill>
                  <a:srgbClr val="1F1F1F"/>
                </a:solidFill>
                <a:latin typeface="Calibri"/>
              </a:rPr>
              <a:t>weights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, at every scale tested. Convergence among them inherits that.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What survived: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the behavioural readout, the contingency probe, novel-glyph transfer, distance decay — only at sizes where the manipulation builds.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Two hypotheses stay open.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H-optimisation: the dissociation is representable and rarely found (the six organisms). H-entanglement: contingent narration and the state share structure (r = 0.69; delete-or-stall).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REP02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— write ORG-C's adjacent-minus-non-adjacent residual direction into ORG-B while it generates; read the remark AND the policy under the same patch; shuffled-direction placebo; wholesale transplant as the site check; three outcomes named in advance, including the one that would retract our strongest sentence.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First run: roundtrip gate failed (24/48).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The patch harness pins one absolute column across 16 decoding steps. Fix on file; ~25 GPU-min to re-run. Until then: talk does not come apart from state </a:t>
            </a:r>
            <a:r>
              <a:rPr sz="1700" b="0" i="1">
                <a:solidFill>
                  <a:srgbClr val="1F1F1F"/>
                </a:solidFill>
                <a:latin typeface="Calibri"/>
              </a:rPr>
              <a:t>easily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— whether it comes apart at all is posed, pre-registered, unanswered.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Limitations, and the artifact stated exactly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One environment (5×5 grid, single-step bandit); the second world failed its build gate (a documented policy anchor was never wired). One model family; only 4B is an Instruct release.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Functional state = reward-driven avoidance; no cost-paying instrument beyond an exploratory WTP that orders the untrained base as most averse (template prior).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ORG-B's "no state" is an in-domain behavioural read (an axiom); the ratio band is coarse and blind to constant-move policies — move entropy is reported beside it.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Contingency bimodal at n = 8–12; the two single-seed successes are one seed each and not re-derived at the text level; percentile bootstrap under-covers; no multiplicity control.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Artifacts: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44 adapters in the public release (not "~370"); most archives lost with two sandboxes; the E16 v2 map regenerated from source and reproduced its table — then the host was lost before the JSON or the 60 adapters were pulled; what remains is the recorded scorer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We set out to draw a loading map and could not reliably build one of the two organisms it needs. That failure, taken apart, is the result.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A reward-driven avoidance state installs on demand; a narration-only organism whose remarks track the tile appeared on six seeds in some 260 builds and by no recipe on purpose — while the co-trained recipe acquires and transfers the contingency, bringing the state with it.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Talk does not come apart from state easily. Whether it comes apart at all is a causal question we have posed, pre-registered, and not yet answered.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Verbal instruments are driveable by context and blind to weights at every size; their nulls are true nulls. Five pre-registered criteria passed on the wrong property.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Released: scorers, the ledger, the two-axis screen with placebo selection, a 108-quantity reproduction script, and the adapters we actually have. github.com/Manan-Wadhwa/digital_minds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